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🏪  Student Store — Backend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1">
                <a:solidFill>
                  <a:srgbClr val="B6C2D9"/>
                </a:solidFill>
                <a:latin typeface="Calibri"/>
              </a:rPr>
              <a:t>A REST API + relational database + atomic checkout, built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by [Your Name]  ·  [pronouns]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19659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Node +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4023360"/>
            <a:ext cx="1965960" cy="4114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Prisma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023360"/>
            <a:ext cx="1965960" cy="41148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023360"/>
            <a:ext cx="19659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Postman-tested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7EE787"/>
                </a:solidFill>
                <a:latin typeface="Consolas"/>
              </a:rPr>
              <a:t>Demo plan:  Models in Prisma Studio  →  Routes in Postman  →  the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B6C2D9"/>
                </a:solidFill>
                <a:latin typeface="Calibri"/>
              </a:rPr>
              <a:t>CodePath SITE · Unit 4 · 4–5 min + 2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🗂️  The Data Models  </a:t>
            </a:r>
            <a:r>
              <a:rPr sz="2000" b="0" i="0">
                <a:solidFill>
                  <a:srgbClr val="7EE787"/>
                </a:solidFill>
                <a:latin typeface="Consolas"/>
              </a:rPr>
              <a:t>— show live in  npx prisma studio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520440" cy="301752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52044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80" y="1463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80" y="214304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id  (PK)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name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description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price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imageUrl ?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463040"/>
            <a:ext cx="3520440" cy="301752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5112" y="1463040"/>
            <a:ext cx="352044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5112" y="1463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112" y="214304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id  (PK)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customer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totalPrice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status  ="pending"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createdAt = now()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520440" cy="301752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463040"/>
            <a:ext cx="352044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0144" y="14630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OrderItem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0144" y="214304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id  (PK)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orderId  (FK→Order)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productId (FK→Product)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quantity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• price (snapshot)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A34A"/>
                </a:solidFill>
                <a:latin typeface="Calibri"/>
              </a:rPr>
              <a:t>How they connect: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OrderItem is a JOIN table — it links one Order to one Product (two foreign keys).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Cascade delete: removing a Product OR an Order auto-removes its OrderItems — enforced by Postgres.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B6C2D9"/>
                </a:solidFill>
                <a:latin typeface="Calibri"/>
              </a:rPr>
              <a:t>Say: "Each field maps to a real column. camelCase in code, snake_case in the DB, bridged with @map."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🛣️  The Routes  </a:t>
            </a:r>
            <a:r>
              <a:rPr sz="2000" b="0" i="0">
                <a:solidFill>
                  <a:srgbClr val="7EE787"/>
                </a:solidFill>
                <a:latin typeface="Consolas"/>
              </a:rPr>
              <a:t>— walk the Postman collection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143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46304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29968"/>
            <a:ext cx="1143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2996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/products/:id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96896"/>
            <a:ext cx="11430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9689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63824"/>
            <a:ext cx="1143000" cy="45720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6382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/products/:id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1430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730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/products/:id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1143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46304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29968"/>
            <a:ext cx="1143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02996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/orders/:id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96896"/>
            <a:ext cx="11430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59689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/orders 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63824"/>
            <a:ext cx="1143000" cy="45720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6382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/orders/:id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30752"/>
            <a:ext cx="11430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730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/orders/:id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B6C2D9"/>
                </a:solidFill>
                <a:latin typeface="Consolas"/>
              </a:rPr>
              <a:t>+ /order-items  ·  /orders/:id/items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881360" cy="137160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7EE787"/>
                </a:solidFill>
                <a:latin typeface="Calibri"/>
              </a:rPr>
              <a:t>⭐ The money-shot in Postman: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Send POST /orders with a fake product → 404. Then GET /orders → nothing saved. The transaction rolled back.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B6C2D9"/>
                </a:solidFill>
                <a:latin typeface="Calibri"/>
              </a:rPr>
              <a:t>Every response shows the right status code (200 / 201 / 400 / 404) — that's the API contract working.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💡  Code Spotlight — the atomic transaction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6766560" cy="4846320"/>
          </a:xfrm>
          <a:prstGeom prst="round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return await prisma.$transaction(async (tx) =&gt; {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const order = await tx.order.create({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  data: { customer, status, totalPrice }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})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await tx.orderItem.createMany({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  data: items.map(d =&gt;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    ({ ...d, orderId: order.id }))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})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return tx.order.findUnique({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  where: { id: order.id },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  include: { orderItems: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    { include: { product: true } } }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Consolas"/>
              </a:rPr>
              <a:t>  })</a:t>
            </a:r>
          </a:p>
          <a:p>
            <a:pPr>
              <a:lnSpc>
                <a:spcPct val="105000"/>
              </a:lnSpc>
            </a:pPr>
            <a:r>
              <a:rPr sz="1400" i="1">
                <a:solidFill>
                  <a:srgbClr val="7EE787"/>
                </a:solidFill>
                <a:latin typeface="Consolas"/>
              </a:rPr>
              <a:t>})  // any error → the WHOLE thing rolls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280160"/>
            <a:ext cx="3611880" cy="4846320"/>
          </a:xfrm>
          <a:prstGeom prst="roundRect">
            <a:avLst/>
          </a:prstGeom>
          <a:solidFill>
            <a:srgbClr val="1A202C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463040"/>
            <a:ext cx="3200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 order = several writes: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order + a row per item.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If item 3 fails → a half-made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order + a wrongly-charged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customer.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7EE787"/>
                </a:solidFill>
                <a:latin typeface="Calibri"/>
              </a:rPr>
              <a:t>$transaction = all-or-nothing.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Prices come from the DB,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never the client — no buying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CA8A04"/>
                </a:solidFill>
                <a:latin typeface="Calibri"/>
              </a:rPr>
              <a:t>a laptop for one cent.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🔭  Reflection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3383280" cy="393192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338328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960" y="20373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⭐ Favorite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960" y="278736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atomic POST /orders transaction — the one place all three tables meet. Making it bulletproof (rollback on failure, price server-side) taught me real backend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83280" cy="393192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737360"/>
            <a:ext cx="338328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840" y="20373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6A34A"/>
                </a:solidFill>
                <a:latin typeface="Calibri"/>
              </a:rPr>
              <a:t>🧗 Most Challenging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840" y="278736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Relationships &amp; cascade deletes. Foreign keys confused me — the raw orderId column vs. the order relation field, and that Prisma needs BOTH ends of every relation. Then it clicked.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3931920"/>
          </a:xfrm>
          <a:prstGeom prst="roundRect">
            <a:avLst/>
          </a:prstGeom>
          <a:solidFill>
            <a:srgbClr val="1A202C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37360"/>
            <a:ext cx="3383280" cy="10972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720" y="20373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A8A04"/>
                </a:solidFill>
                <a:latin typeface="Calibri"/>
              </a:rPr>
              <a:t>🚀 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720" y="278736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Deploy to Render for a live URL · build a Past Orders page + filter by email · add real customer accounts so customer isn't a placeholder.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